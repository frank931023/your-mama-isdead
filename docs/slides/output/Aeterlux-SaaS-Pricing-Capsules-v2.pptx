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b5d70127d4c46" /><Relationship Type="http://schemas.openxmlformats.org/officeDocument/2006/relationships/extended-properties" Target="/docProps/app.xml" Id="R79d067bed54d4aa2" /><Relationship Type="http://schemas.openxmlformats.org/officeDocument/2006/relationships/officeDocument" Target="/ppt/presentation.xml" Id="Rff43b2f75fec41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e80ec646e45d2"/>
  </p:sldMasterIdLst>
  <p:notesMasterIdLst>
    <p:notesMasterId xmlns:r="http://schemas.openxmlformats.org/officeDocument/2006/relationships" r:id="R21cef901a8c9422c"/>
  </p:notesMasterIdLst>
  <p:sldIdLst>
    <p:sldId xmlns:r="http://schemas.openxmlformats.org/officeDocument/2006/relationships" id="256" r:id="Rd43fd2963fc949a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f852047544198" /><Relationship Type="http://schemas.openxmlformats.org/officeDocument/2006/relationships/slideMaster" Target="/ppt/slideMasters/slideMaster1.xml" Id="Rdb2e80ec646e45d2" /><Relationship Type="http://schemas.openxmlformats.org/officeDocument/2006/relationships/notesMaster" Target="/ppt/notesMasters/notesMaster1.xml" Id="R21cef901a8c9422c" /><Relationship Type="http://schemas.openxmlformats.org/officeDocument/2006/relationships/presProps" Target="/ppt/presProps.xml" Id="Rf470ad006fe6453b" /><Relationship Type="http://schemas.openxmlformats.org/officeDocument/2006/relationships/tableStyles" Target="/ppt/tableStyles.xml" Id="Rd38ea6682e8b4f4e" /><Relationship Type="http://schemas.openxmlformats.org/officeDocument/2006/relationships/slide" Target="/ppt/slides/slide1.xml" Id="Rd43fd2963fc9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294edb59e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ddf0193d943ef" /><Relationship Type="http://schemas.openxmlformats.org/officeDocument/2006/relationships/notesMaster" Target="/ppt/notesMasters/notesMaster1.xml" Id="Rcb7c1e870c6a4c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f99edc0674a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acabfe39a84e7c" /><Relationship Type="http://schemas.openxmlformats.org/officeDocument/2006/relationships/slideLayout" Target="/ppt/slideLayouts/slideLayout1.xml" Id="Raf0eebf7ba8e4d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eebf7ba8e4d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34fa5dc7f4228" /><Relationship Type="http://schemas.openxmlformats.org/officeDocument/2006/relationships/notesSlide" Target="/ppt/notesSlides/notesSlide1.xml" Id="R5fcd485d279644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plan-0">
            <a:extLst xmlns:a="http://schemas.openxmlformats.org/drawingml/2006/main">
              <a:ext uri="{FF2B5EF4-FFF2-40B4-BE49-F238E27FC236}">
                <a16:creationId xmlns:a16="http://schemas.microsoft.com/office/drawing/2014/main" id="{49CB308D-D8EB-4F3C-825F-494632D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30" name="plan-1">
            <a:extLst xmlns:a="http://schemas.openxmlformats.org/drawingml/2006/main">
              <a:ext uri="{FF2B5EF4-FFF2-40B4-BE49-F238E27FC236}">
                <a16:creationId xmlns:a16="http://schemas.microsoft.com/office/drawing/2014/main" id="{829FFDCB-ED98-4780-A9AF-E6A4F48B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31" name="plan-2">
            <a:extLst xmlns:a="http://schemas.openxmlformats.org/drawingml/2006/main">
              <a:ext uri="{FF2B5EF4-FFF2-40B4-BE49-F238E27FC236}">
                <a16:creationId xmlns:a16="http://schemas.microsoft.com/office/drawing/2014/main" id="{DC30CA2E-87BC-4781-A4BC-C2E495C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32" name="price-0">
            <a:extLst xmlns:a="http://schemas.openxmlformats.org/drawingml/2006/main">
              <a:ext uri="{FF2B5EF4-FFF2-40B4-BE49-F238E27FC236}">
                <a16:creationId xmlns:a16="http://schemas.microsoft.com/office/drawing/2014/main" id="{27B42B2A-A535-4E95-9B03-1553F1D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NT$0</a:t>
            </a:r>
          </a:p>
        </p:txBody>
      </p:sp>
      <p:sp>
        <p:nvSpPr>
          <p:cNvPr id="33" name="price-1">
            <a:extLst xmlns:a="http://schemas.openxmlformats.org/drawingml/2006/main">
              <a:ext uri="{FF2B5EF4-FFF2-40B4-BE49-F238E27FC236}">
                <a16:creationId xmlns:a16="http://schemas.microsoft.com/office/drawing/2014/main" id="{BF0E5840-D89C-421B-8C3D-D8A75EF1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NT$299</a:t>
            </a:r>
          </a:p>
        </p:txBody>
      </p:sp>
      <p:sp>
        <p:nvSpPr>
          <p:cNvPr id="34" name="price-2">
            <a:extLst xmlns:a="http://schemas.openxmlformats.org/drawingml/2006/main">
              <a:ext uri="{FF2B5EF4-FFF2-40B4-BE49-F238E27FC236}">
                <a16:creationId xmlns:a16="http://schemas.microsoft.com/office/drawing/2014/main" id="{24744F4C-98F7-4C85-A804-7306CAE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NT$899</a:t>
            </a:r>
          </a:p>
        </p:txBody>
      </p:sp>
      <p:sp>
        <p:nvSpPr>
          <p:cNvPr id="35" name="billing-0">
            <a:extLst xmlns:a="http://schemas.openxmlformats.org/drawingml/2006/main">
              <a:ext uri="{FF2B5EF4-FFF2-40B4-BE49-F238E27FC236}">
                <a16:creationId xmlns:a16="http://schemas.microsoft.com/office/drawing/2014/main" id="{56359905-670D-4D93-A0DD-9A6CC9B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36" name="billing-1">
            <a:extLst xmlns:a="http://schemas.openxmlformats.org/drawingml/2006/main">
              <a:ext uri="{FF2B5EF4-FFF2-40B4-BE49-F238E27FC236}">
                <a16:creationId xmlns:a16="http://schemas.microsoft.com/office/drawing/2014/main" id="{AC56B62B-C987-4269-863E-95F496A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37" name="billing-2">
            <a:extLst xmlns:a="http://schemas.openxmlformats.org/drawingml/2006/main">
              <a:ext uri="{FF2B5EF4-FFF2-40B4-BE49-F238E27FC236}">
                <a16:creationId xmlns:a16="http://schemas.microsoft.com/office/drawing/2014/main" id="{E765DCBC-1B53-453D-9D8C-904A972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38" name="setup-0">
            <a:extLst xmlns:a="http://schemas.openxmlformats.org/drawingml/2006/main">
              <a:ext uri="{FF2B5EF4-FFF2-40B4-BE49-F238E27FC236}">
                <a16:creationId xmlns:a16="http://schemas.microsoft.com/office/drawing/2014/main" id="{9AF6BB98-65B2-4872-9D9F-624E56A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39" name="setup-1">
            <a:extLst xmlns:a="http://schemas.openxmlformats.org/drawingml/2006/main">
              <a:ext uri="{FF2B5EF4-FFF2-40B4-BE49-F238E27FC236}">
                <a16:creationId xmlns:a16="http://schemas.microsoft.com/office/drawing/2014/main" id="{EAE2BC91-A40B-4AD6-8D79-DAED75B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40" name="setup-2">
            <a:extLst xmlns:a="http://schemas.openxmlformats.org/drawingml/2006/main">
              <a:ext uri="{FF2B5EF4-FFF2-40B4-BE49-F238E27FC236}">
                <a16:creationId xmlns:a16="http://schemas.microsoft.com/office/drawing/2014/main" id="{D77038A6-080F-4533-97F8-93619A9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首次分身建置 NT$1,990</a:t>
            </a:r>
          </a:p>
        </p:txBody>
      </p:sp>
      <p:sp>
        <p:nvSpPr>
          <p:cNvPr id="41" name="feature-0-0">
            <a:extLst xmlns:a="http://schemas.openxmlformats.org/drawingml/2006/main">
              <a:ext uri="{FF2B5EF4-FFF2-40B4-BE49-F238E27FC236}">
                <a16:creationId xmlns:a16="http://schemas.microsoft.com/office/drawing/2014/main" id="{FDFC4925-0CC7-494A-8E2B-D088656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公開追思頁、親友留言</a:t>
            </a:r>
          </a:p>
        </p:txBody>
      </p:sp>
      <p:sp>
        <p:nvSpPr>
          <p:cNvPr id="42" name="feature-0-1">
            <a:extLst xmlns:a="http://schemas.openxmlformats.org/drawingml/2006/main">
              <a:ext uri="{FF2B5EF4-FFF2-40B4-BE49-F238E27FC236}">
                <a16:creationId xmlns:a16="http://schemas.microsoft.com/office/drawing/2014/main" id="{4BA05B30-C613-4F87-A47A-925020C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100 MiB 素材空間</a:t>
            </a:r>
          </a:p>
        </p:txBody>
      </p:sp>
      <p:sp>
        <p:nvSpPr>
          <p:cNvPr id="43" name="feature-0-2">
            <a:extLst xmlns:a="http://schemas.openxmlformats.org/drawingml/2006/main">
              <a:ext uri="{FF2B5EF4-FFF2-40B4-BE49-F238E27FC236}">
                <a16:creationId xmlns:a16="http://schemas.microsoft.com/office/drawing/2014/main" id="{4DC47DCD-E668-40DE-AC0E-7095C01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基本照片與生平</a:t>
            </a:r>
          </a:p>
        </p:txBody>
      </p:sp>
      <p:sp>
        <p:nvSpPr>
          <p:cNvPr id="44" name="feature-0-3">
            <a:extLst xmlns:a="http://schemas.openxmlformats.org/drawingml/2006/main">
              <a:ext uri="{FF2B5EF4-FFF2-40B4-BE49-F238E27FC236}">
                <a16:creationId xmlns:a16="http://schemas.microsoft.com/office/drawing/2014/main" id="{FA6C4F98-FA56-4186-9BE1-870D17D4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不含 AI 對話</a:t>
            </a:r>
          </a:p>
        </p:txBody>
      </p:sp>
      <p:sp>
        <p:nvSpPr>
          <p:cNvPr id="45" name="feature-1-0">
            <a:extLst xmlns:a="http://schemas.openxmlformats.org/drawingml/2006/main">
              <a:ext uri="{FF2B5EF4-FFF2-40B4-BE49-F238E27FC236}">
                <a16:creationId xmlns:a16="http://schemas.microsoft.com/office/drawing/2014/main" id="{4B93BD62-E776-4B04-9FAC-C9E1696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含免費版追思功能</a:t>
            </a:r>
          </a:p>
        </p:txBody>
      </p:sp>
      <p:sp>
        <p:nvSpPr>
          <p:cNvPr id="46" name="feature-1-1">
            <a:extLst xmlns:a="http://schemas.openxmlformats.org/drawingml/2006/main">
              <a:ext uri="{FF2B5EF4-FFF2-40B4-BE49-F238E27FC236}">
                <a16:creationId xmlns:a16="http://schemas.microsoft.com/office/drawing/2014/main" id="{BB38690B-22C2-471D-B53A-1D1C216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300 則／月</a:t>
            </a:r>
          </a:p>
        </p:txBody>
      </p:sp>
      <p:sp>
        <p:nvSpPr>
          <p:cNvPr id="47" name="feature-1-2">
            <a:extLst xmlns:a="http://schemas.openxmlformats.org/drawingml/2006/main">
              <a:ext uri="{FF2B5EF4-FFF2-40B4-BE49-F238E27FC236}">
                <a16:creationId xmlns:a16="http://schemas.microsoft.com/office/drawing/2014/main" id="{A762971E-BC42-453A-9B90-4F49161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 GiB 素材空間</a:t>
            </a:r>
          </a:p>
        </p:txBody>
      </p:sp>
      <p:sp>
        <p:nvSpPr>
          <p:cNvPr id="48" name="feature-1-3">
            <a:extLst xmlns:a="http://schemas.openxmlformats.org/drawingml/2006/main">
              <a:ext uri="{FF2B5EF4-FFF2-40B4-BE49-F238E27FC236}">
                <a16:creationId xmlns:a16="http://schemas.microsoft.com/office/drawing/2014/main" id="{A9A31F19-C878-4874-A7D4-4543D705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邀請碼、回憶審核</a:t>
            </a:r>
          </a:p>
        </p:txBody>
      </p:sp>
      <p:sp>
        <p:nvSpPr>
          <p:cNvPr id="49" name="feature-2-0">
            <a:extLst xmlns:a="http://schemas.openxmlformats.org/drawingml/2006/main">
              <a:ext uri="{FF2B5EF4-FFF2-40B4-BE49-F238E27FC236}">
                <a16:creationId xmlns:a16="http://schemas.microsoft.com/office/drawing/2014/main" id="{B19D600F-E68B-4137-98BD-BD32D029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含標準版管理功能</a:t>
            </a:r>
          </a:p>
        </p:txBody>
      </p:sp>
      <p:sp>
        <p:nvSpPr>
          <p:cNvPr id="50" name="feature-2-1">
            <a:extLst xmlns:a="http://schemas.openxmlformats.org/drawingml/2006/main">
              <a:ext uri="{FF2B5EF4-FFF2-40B4-BE49-F238E27FC236}">
                <a16:creationId xmlns:a16="http://schemas.microsoft.com/office/drawing/2014/main" id="{E54CF485-7218-4C9B-A9CC-FFD710B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600 則／月</a:t>
            </a:r>
          </a:p>
        </p:txBody>
      </p:sp>
      <p:sp>
        <p:nvSpPr>
          <p:cNvPr id="51" name="feature-2-2">
            <a:extLst xmlns:a="http://schemas.openxmlformats.org/drawingml/2006/main">
              <a:ext uri="{FF2B5EF4-FFF2-40B4-BE49-F238E27FC236}">
                <a16:creationId xmlns:a16="http://schemas.microsoft.com/office/drawing/2014/main" id="{A6DF5362-9F3A-4A4D-90D9-DFE2798F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本人聲音＋3D 頭像</a:t>
            </a:r>
          </a:p>
        </p:txBody>
      </p:sp>
      <p:sp>
        <p:nvSpPr>
          <p:cNvPr id="52" name="feature-2-3">
            <a:extLst xmlns:a="http://schemas.openxmlformats.org/drawingml/2006/main">
              <a:ext uri="{FF2B5EF4-FFF2-40B4-BE49-F238E27FC236}">
                <a16:creationId xmlns:a16="http://schemas.microsoft.com/office/drawing/2014/main" id="{E32A6D7F-63A5-418D-9574-13FF2A3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 60 分／月、5 GiB 空間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2026-09-15T01:16:30.7480000Z</dcterms:created>
  <dcterms:modified xsi:type="dcterms:W3CDTF">2026-09-15T01:16:30.7480000Z</dcterms:modified>
</coreProperties>
</file>