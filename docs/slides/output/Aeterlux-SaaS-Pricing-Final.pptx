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598ca876c45bb" /><Relationship Type="http://schemas.openxmlformats.org/officeDocument/2006/relationships/extended-properties" Target="/docProps/app.xml" Id="Rf718274cd4514d4e" /><Relationship Type="http://schemas.openxmlformats.org/officeDocument/2006/relationships/officeDocument" Target="/ppt/presentation.xml" Id="Rabbe23d0a65b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2888399d24ce5"/>
  </p:sldMasterIdLst>
  <p:notesMasterIdLst>
    <p:notesMasterId xmlns:r="http://schemas.openxmlformats.org/officeDocument/2006/relationships" r:id="Rb85c0ecd893d4cb2"/>
  </p:notesMasterIdLst>
  <p:sldIdLst>
    <p:sldId xmlns:r="http://schemas.openxmlformats.org/officeDocument/2006/relationships" id="256" r:id="R6a0878f69d254ed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978a573bb9444e" /><Relationship Type="http://schemas.openxmlformats.org/officeDocument/2006/relationships/slideMaster" Target="/ppt/slideMasters/slideMaster1.xml" Id="Re9a2888399d24ce5" /><Relationship Type="http://schemas.openxmlformats.org/officeDocument/2006/relationships/notesMaster" Target="/ppt/notesMasters/notesMaster1.xml" Id="Rb85c0ecd893d4cb2" /><Relationship Type="http://schemas.openxmlformats.org/officeDocument/2006/relationships/presProps" Target="/ppt/presProps.xml" Id="Rf2f0dfce4cd34690" /><Relationship Type="http://schemas.openxmlformats.org/officeDocument/2006/relationships/tableStyles" Target="/ppt/tableStyles.xml" Id="R2a274df41e1947e9" /><Relationship Type="http://schemas.openxmlformats.org/officeDocument/2006/relationships/slide" Target="/ppt/slides/slide1.xml" Id="R6a0878f69d25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9132bb34db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8f50a0e6064c27" /><Relationship Type="http://schemas.openxmlformats.org/officeDocument/2006/relationships/notesMaster" Target="/ppt/notesMasters/notesMaster1.xml" Id="Rde1ca000265548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公益追思：NT$0；一個公開追思頁、親友留言、生平及基本照片展示。不含 AI、NFT 鑄造或 Arweave 永久封存費；素材可引用已封存的資料，尚未封存的素材另購一次性封存服務。免費不等於平台零成本。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三個方案均不搭售按月儲存容量。永久素材加密後存入 Arweave，一次付費；新增素材或重新上傳新版本依實際新增量另付一次性封存費，已完成封存的資料不重複收月租。月費只支付 AI 互動、記憶檢索及平台維運；資料庫、檢索索引、運算快取與必要備份是平台運作成本，不是向家屬重複販售永久儲存空間。取消訂閱即停止付費 AI 服務，已付費封存資料仍依儲存協議存在，NFT不因欠月費而被撤回。免費追思頁依平台營運政策提供，永久保存不等於承諾平台網站及 AI 服務終身免費運作。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4990／1.05−3,535.70＝NT$1,216.68／單，為上述假設下的貢獻餘額，尚須支撐開發、獲客等費用。平台運作所需的快取、索引與備份列為持續維運成本，不對已封存資料收取儲存月租；也不能把4990全額稱為Arweave成本。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以下維運預算包含平台 DB、RAG 索引、運算快取、備份及傳輸，不包含每月購買 Arweave 空間。永久封存成本只在一次性訂單計入。本次移除方案容量後，AI額度、設備及維運預算假設不變，所以原有估算金額維持；實際流量與快取成本仍需試營運量測。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473d4801e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fe504a59c44785" /><Relationship Type="http://schemas.openxmlformats.org/officeDocument/2006/relationships/slideLayout" Target="/ppt/slideLayouts/slideLayout1.xml" Id="R4635e6e4c51a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35e6e4c51a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0ae94c9b84ea9" /><Relationship Type="http://schemas.openxmlformats.org/officeDocument/2006/relationships/notesSlide" Target="/ppt/notesSlides/notesSlide1.xml" Id="R02b044b7672440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永久封存一次付費，AI 互動按月訂閱，分身建置另收一次性費用。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試營運建議價，均為新臺幣含稅。月費含 AI 互動與平台維運，永久封存另計。語音按成功生成音訊計量。詳見備註。</a:t>
            </a:r>
          </a:p>
        </p:txBody>
      </p:sp>
      <p:sp>
        <p:nvSpPr>
          <p:cNvPr id="23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144694CD-C4A5-4569-9D9A-0FAAD13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＊成本費用（估算）</a:t>
            </a:r>
          </a:p>
        </p:txBody>
      </p:sp>
      <p:sp>
        <p:nvSpPr>
          <p:cNvPr id="24" name="cost-local">
            <a:extLst xmlns:a="http://schemas.openxmlformats.org/drawingml/2006/main">
              <a:ext uri="{FF2B5EF4-FFF2-40B4-BE49-F238E27FC236}">
                <a16:creationId xmlns:a16="http://schemas.microsoft.com/office/drawing/2014/main" id="{BC175532-4377-478C-8F3D-0EDA2E3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本地建置約 NT$27 萬（RTX 5090 整機、UPS 與備援），36 個月攤提約 NT$7,494／月。</a:t>
            </a:r>
          </a:p>
        </p:txBody>
      </p:sp>
      <p:sp>
        <p:nvSpPr>
          <p:cNvPr id="25" name="cost-arweave">
            <a:extLst xmlns:a="http://schemas.openxmlformats.org/drawingml/2006/main">
              <a:ext uri="{FF2B5EF4-FFF2-40B4-BE49-F238E27FC236}">
                <a16:creationId xmlns:a16="http://schemas.microsoft.com/office/drawing/2014/main" id="{132BC5EB-C3DD-46B6-8213-07CFB8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152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約 NT$1,940／GiB，含緩衝預算約 NT$2,335／GiB（一次性，2026/09/15 查價）。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191000" cy="4095750"/>
          </a:xfrm>
          <a:prstGeom xmlns:a="http://schemas.openxmlformats.org/drawingml/2006/main" prst="roundRect">
            <a:avLst>
              <a:gd name="adj" fmla="val 1674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28850"/>
            <a:ext cx="4191000" cy="4095750"/>
          </a:xfrm>
          <a:prstGeom xmlns:a="http://schemas.openxmlformats.org/drawingml/2006/main" prst="roundRect">
            <a:avLst>
              <a:gd name="adj" fmla="val 1674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28850"/>
            <a:ext cx="4191000" cy="4095750"/>
          </a:xfrm>
          <a:prstGeom xmlns:a="http://schemas.openxmlformats.org/drawingml/2006/main" prst="roundRect">
            <a:avLst>
              <a:gd name="adj" fmla="val 1674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plan-0">
            <a:extLst xmlns:a="http://schemas.openxmlformats.org/drawingml/2006/main">
              <a:ext uri="{FF2B5EF4-FFF2-40B4-BE49-F238E27FC236}">
                <a16:creationId xmlns:a16="http://schemas.microsoft.com/office/drawing/2014/main" id="{1C1309FC-9AFD-4954-9209-4EEA884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30" name="currency-0">
            <a:extLst xmlns:a="http://schemas.openxmlformats.org/drawingml/2006/main">
              <a:ext uri="{FF2B5EF4-FFF2-40B4-BE49-F238E27FC236}">
                <a16:creationId xmlns:a16="http://schemas.microsoft.com/office/drawing/2014/main" id="{F1EB4284-3049-449D-89B3-DB34BA49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51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NT$</a:t>
            </a:r>
          </a:p>
        </p:txBody>
      </p:sp>
      <p:sp>
        <p:nvSpPr>
          <p:cNvPr id="31" name="price-0">
            <a:extLst xmlns:a="http://schemas.openxmlformats.org/drawingml/2006/main">
              <a:ext uri="{FF2B5EF4-FFF2-40B4-BE49-F238E27FC236}">
                <a16:creationId xmlns:a16="http://schemas.microsoft.com/office/drawing/2014/main" id="{F5B0B6A9-DBDF-4BE7-B1DC-10E078E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051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32" name="billing-0">
            <a:extLst xmlns:a="http://schemas.openxmlformats.org/drawingml/2006/main">
              <a:ext uri="{FF2B5EF4-FFF2-40B4-BE49-F238E27FC236}">
                <a16:creationId xmlns:a16="http://schemas.microsoft.com/office/drawing/2014/main" id="{93A54147-74B3-4095-BACE-09283FB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33" name="divider-0">
            <a:extLst xmlns:a="http://schemas.openxmlformats.org/drawingml/2006/main">
              <a:ext uri="{FF2B5EF4-FFF2-40B4-BE49-F238E27FC236}">
                <a16:creationId xmlns:a16="http://schemas.microsoft.com/office/drawing/2014/main" id="{D945BF1F-A0F4-416D-BF1F-AACC4582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1"/>
            </a:solidFill>
          </a:ln>
        </p:spPr>
      </p:sp>
      <p:sp>
        <p:nvSpPr>
          <p:cNvPr id="34" name="check-0-0">
            <a:extLst xmlns:a="http://schemas.openxmlformats.org/drawingml/2006/main">
              <a:ext uri="{FF2B5EF4-FFF2-40B4-BE49-F238E27FC236}">
                <a16:creationId xmlns:a16="http://schemas.microsoft.com/office/drawing/2014/main" id="{133B3D96-83C8-4984-BF65-C9E14D9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5" name="feature-0-0">
            <a:extLst xmlns:a="http://schemas.openxmlformats.org/drawingml/2006/main">
              <a:ext uri="{FF2B5EF4-FFF2-40B4-BE49-F238E27FC236}">
                <a16:creationId xmlns:a16="http://schemas.microsoft.com/office/drawing/2014/main" id="{5D1E58F2-CD20-4E1D-8D5D-4DBA8225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公開追思頁、親友留言</a:t>
            </a:r>
          </a:p>
        </p:txBody>
      </p:sp>
      <p:sp>
        <p:nvSpPr>
          <p:cNvPr id="36" name="check-0-1">
            <a:extLst xmlns:a="http://schemas.openxmlformats.org/drawingml/2006/main">
              <a:ext uri="{FF2B5EF4-FFF2-40B4-BE49-F238E27FC236}">
                <a16:creationId xmlns:a16="http://schemas.microsoft.com/office/drawing/2014/main" id="{7913B81D-61E8-4455-BF21-D88A12B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767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7" name="feature-0-1">
            <a:extLst xmlns:a="http://schemas.openxmlformats.org/drawingml/2006/main">
              <a:ext uri="{FF2B5EF4-FFF2-40B4-BE49-F238E27FC236}">
                <a16:creationId xmlns:a16="http://schemas.microsoft.com/office/drawing/2014/main" id="{5C489789-8962-4466-8B8D-DFD13AE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767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基本照片與生平</a:t>
            </a:r>
          </a:p>
        </p:txBody>
      </p:sp>
      <p:sp>
        <p:nvSpPr>
          <p:cNvPr id="40" name="check-0-3">
            <a:extLst xmlns:a="http://schemas.openxmlformats.org/drawingml/2006/main">
              <a:ext uri="{FF2B5EF4-FFF2-40B4-BE49-F238E27FC236}">
                <a16:creationId xmlns:a16="http://schemas.microsoft.com/office/drawing/2014/main" id="{D7E3DA51-FDB1-4822-82DE-370DB04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rPr>
              <a:t>−</a:t>
            </a:r>
          </a:p>
        </p:txBody>
      </p:sp>
      <p:sp>
        <p:nvSpPr>
          <p:cNvPr id="41" name="feature-0-3">
            <a:extLst xmlns:a="http://schemas.openxmlformats.org/drawingml/2006/main">
              <a:ext uri="{FF2B5EF4-FFF2-40B4-BE49-F238E27FC236}">
                <a16:creationId xmlns:a16="http://schemas.microsoft.com/office/drawing/2014/main" id="{2461BCD8-9240-4A5D-ACAE-0501228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339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rPr>
              <a:t>不含 AI 對話</a:t>
            </a:r>
          </a:p>
        </p:txBody>
      </p:sp>
      <p:sp>
        <p:nvSpPr>
          <p:cNvPr id="42" name="footer-divider-0">
            <a:extLst xmlns:a="http://schemas.openxmlformats.org/drawingml/2006/main">
              <a:ext uri="{FF2B5EF4-FFF2-40B4-BE49-F238E27FC236}">
                <a16:creationId xmlns:a16="http://schemas.microsoft.com/office/drawing/2014/main" id="{F27B0780-78A3-4575-B221-2C40F23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1"/>
            </a:solidFill>
          </a:ln>
        </p:spPr>
      </p:sp>
      <p:sp>
        <p:nvSpPr>
          <p:cNvPr id="43" name="setup-label-0">
            <a:extLst xmlns:a="http://schemas.openxmlformats.org/drawingml/2006/main">
              <a:ext uri="{FF2B5EF4-FFF2-40B4-BE49-F238E27FC236}">
                <a16:creationId xmlns:a16="http://schemas.microsoft.com/office/drawing/2014/main" id="{9E02BEC6-2B15-47D1-B5B0-1E9AB21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首次建置</a:t>
            </a:r>
          </a:p>
        </p:txBody>
      </p:sp>
      <p:sp>
        <p:nvSpPr>
          <p:cNvPr id="44" name="setup-0">
            <a:extLst xmlns:a="http://schemas.openxmlformats.org/drawingml/2006/main">
              <a:ext uri="{FF2B5EF4-FFF2-40B4-BE49-F238E27FC236}">
                <a16:creationId xmlns:a16="http://schemas.microsoft.com/office/drawing/2014/main" id="{4C03053B-8572-48DB-8837-774ACF1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912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免費</a:t>
            </a:r>
          </a:p>
        </p:txBody>
      </p:sp>
      <p:sp>
        <p:nvSpPr>
          <p:cNvPr id="45" name="plan-1">
            <a:extLst xmlns:a="http://schemas.openxmlformats.org/drawingml/2006/main">
              <a:ext uri="{FF2B5EF4-FFF2-40B4-BE49-F238E27FC236}">
                <a16:creationId xmlns:a16="http://schemas.microsoft.com/office/drawing/2014/main" id="{6B12C876-C659-4E1E-88F8-829780E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46" name="currency-1">
            <a:extLst xmlns:a="http://schemas.openxmlformats.org/drawingml/2006/main">
              <a:ext uri="{FF2B5EF4-FFF2-40B4-BE49-F238E27FC236}">
                <a16:creationId xmlns:a16="http://schemas.microsoft.com/office/drawing/2014/main" id="{0BA88D4D-1277-41EE-9F43-C420CCC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38475"/>
            <a:ext cx="51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</a:t>
            </a:r>
          </a:p>
        </p:txBody>
      </p:sp>
      <p:sp>
        <p:nvSpPr>
          <p:cNvPr id="47" name="price-1">
            <a:extLst xmlns:a="http://schemas.openxmlformats.org/drawingml/2006/main">
              <a:ext uri="{FF2B5EF4-FFF2-40B4-BE49-F238E27FC236}">
                <a16:creationId xmlns:a16="http://schemas.microsoft.com/office/drawing/2014/main" id="{8C555C4A-7491-40F0-9BBE-27E229EB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299</a:t>
            </a:r>
          </a:p>
        </p:txBody>
      </p:sp>
      <p:sp>
        <p:nvSpPr>
          <p:cNvPr id="48" name="billing-1">
            <a:extLst xmlns:a="http://schemas.openxmlformats.org/drawingml/2006/main">
              <a:ext uri="{FF2B5EF4-FFF2-40B4-BE49-F238E27FC236}">
                <a16:creationId xmlns:a16="http://schemas.microsoft.com/office/drawing/2014/main" id="{D3C00C8F-D184-4FDF-9CE9-4676EA0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49" name="divider-1">
            <a:extLst xmlns:a="http://schemas.openxmlformats.org/drawingml/2006/main">
              <a:ext uri="{FF2B5EF4-FFF2-40B4-BE49-F238E27FC236}">
                <a16:creationId xmlns:a16="http://schemas.microsoft.com/office/drawing/2014/main" id="{B7874A2D-DE09-4CEC-AEED-0ECED7E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909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B7"/>
            </a:solidFill>
          </a:ln>
        </p:spPr>
      </p:sp>
      <p:sp>
        <p:nvSpPr>
          <p:cNvPr id="50" name="check-1-0">
            <a:extLst xmlns:a="http://schemas.openxmlformats.org/drawingml/2006/main">
              <a:ext uri="{FF2B5EF4-FFF2-40B4-BE49-F238E27FC236}">
                <a16:creationId xmlns:a16="http://schemas.microsoft.com/office/drawing/2014/main" id="{6E3F113F-3A20-439B-9164-8B0C3D9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1" name="feature-1-0">
            <a:extLst xmlns:a="http://schemas.openxmlformats.org/drawingml/2006/main">
              <a:ext uri="{FF2B5EF4-FFF2-40B4-BE49-F238E27FC236}">
                <a16:creationId xmlns:a16="http://schemas.microsoft.com/office/drawing/2014/main" id="{91E6073B-756A-4346-98D8-CB8AF716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195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含公益追思功能</a:t>
            </a:r>
          </a:p>
        </p:txBody>
      </p:sp>
      <p:sp>
        <p:nvSpPr>
          <p:cNvPr id="52" name="check-1-1">
            <a:extLst xmlns:a="http://schemas.openxmlformats.org/drawingml/2006/main">
              <a:ext uri="{FF2B5EF4-FFF2-40B4-BE49-F238E27FC236}">
                <a16:creationId xmlns:a16="http://schemas.microsoft.com/office/drawing/2014/main" id="{640DAFB9-E39B-41C6-A07D-D0C2F312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767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3" name="feature-1-1">
            <a:extLst xmlns:a="http://schemas.openxmlformats.org/drawingml/2006/main">
              <a:ext uri="{FF2B5EF4-FFF2-40B4-BE49-F238E27FC236}">
                <a16:creationId xmlns:a16="http://schemas.microsoft.com/office/drawing/2014/main" id="{3CA81285-816C-4EFA-A3A3-02B3FA7F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6767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300 則／月</a:t>
            </a:r>
          </a:p>
        </p:txBody>
      </p:sp>
      <p:sp>
        <p:nvSpPr>
          <p:cNvPr id="56" name="check-1-3">
            <a:extLst xmlns:a="http://schemas.openxmlformats.org/drawingml/2006/main">
              <a:ext uri="{FF2B5EF4-FFF2-40B4-BE49-F238E27FC236}">
                <a16:creationId xmlns:a16="http://schemas.microsoft.com/office/drawing/2014/main" id="{AFAA841F-46BC-42C5-ACC7-29F4FBA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7" name="feature-1-3">
            <a:extLst xmlns:a="http://schemas.openxmlformats.org/drawingml/2006/main">
              <a:ext uri="{FF2B5EF4-FFF2-40B4-BE49-F238E27FC236}">
                <a16:creationId xmlns:a16="http://schemas.microsoft.com/office/drawing/2014/main" id="{7561AC0E-F13F-4446-A92B-F8D611B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1339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邀請碼、回憶審核</a:t>
            </a:r>
          </a:p>
        </p:txBody>
      </p:sp>
      <p:sp>
        <p:nvSpPr>
          <p:cNvPr id="58" name="footer-divider-1">
            <a:extLst xmlns:a="http://schemas.openxmlformats.org/drawingml/2006/main">
              <a:ext uri="{FF2B5EF4-FFF2-40B4-BE49-F238E27FC236}">
                <a16:creationId xmlns:a16="http://schemas.microsoft.com/office/drawing/2014/main" id="{BDF6E34B-B70B-4B72-81C9-2B58A44A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673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B7"/>
            </a:solidFill>
          </a:ln>
        </p:spPr>
      </p:sp>
      <p:sp>
        <p:nvSpPr>
          <p:cNvPr id="59" name="setup-label-1">
            <a:extLst xmlns:a="http://schemas.openxmlformats.org/drawingml/2006/main">
              <a:ext uri="{FF2B5EF4-FFF2-40B4-BE49-F238E27FC236}">
                <a16:creationId xmlns:a16="http://schemas.microsoft.com/office/drawing/2014/main" id="{A1F1F6D6-FEF2-462C-8A63-2A49EB3E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102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首次建置</a:t>
            </a:r>
          </a:p>
        </p:txBody>
      </p:sp>
      <p:sp>
        <p:nvSpPr>
          <p:cNvPr id="60" name="setup-1">
            <a:extLst xmlns:a="http://schemas.openxmlformats.org/drawingml/2006/main">
              <a:ext uri="{FF2B5EF4-FFF2-40B4-BE49-F238E27FC236}">
                <a16:creationId xmlns:a16="http://schemas.microsoft.com/office/drawing/2014/main" id="{8665EBBA-7667-4A56-A3A4-77F675D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912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免費</a:t>
            </a:r>
          </a:p>
        </p:txBody>
      </p:sp>
      <p:sp>
        <p:nvSpPr>
          <p:cNvPr id="61" name="plan-2">
            <a:extLst xmlns:a="http://schemas.openxmlformats.org/drawingml/2006/main">
              <a:ext uri="{FF2B5EF4-FFF2-40B4-BE49-F238E27FC236}">
                <a16:creationId xmlns:a16="http://schemas.microsoft.com/office/drawing/2014/main" id="{D07AE2B2-B2E0-402B-BCE9-5A8427B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574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62" name="currency-2">
            <a:extLst xmlns:a="http://schemas.openxmlformats.org/drawingml/2006/main">
              <a:ext uri="{FF2B5EF4-FFF2-40B4-BE49-F238E27FC236}">
                <a16:creationId xmlns:a16="http://schemas.microsoft.com/office/drawing/2014/main" id="{4EE66A15-46DD-4623-B63B-3E94A57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38475"/>
            <a:ext cx="51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</a:t>
            </a:r>
          </a:p>
        </p:txBody>
      </p:sp>
      <p:sp>
        <p:nvSpPr>
          <p:cNvPr id="63" name="price-2">
            <a:extLst xmlns:a="http://schemas.openxmlformats.org/drawingml/2006/main">
              <a:ext uri="{FF2B5EF4-FFF2-40B4-BE49-F238E27FC236}">
                <a16:creationId xmlns:a16="http://schemas.microsoft.com/office/drawing/2014/main" id="{FA1C20E3-4EAF-4697-9AF2-0362D95B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899</a:t>
            </a:r>
          </a:p>
        </p:txBody>
      </p:sp>
      <p:sp>
        <p:nvSpPr>
          <p:cNvPr id="64" name="billing-2">
            <a:extLst xmlns:a="http://schemas.openxmlformats.org/drawingml/2006/main">
              <a:ext uri="{FF2B5EF4-FFF2-40B4-BE49-F238E27FC236}">
                <a16:creationId xmlns:a16="http://schemas.microsoft.com/office/drawing/2014/main" id="{AA169E9F-5D9B-4C29-B8DC-F4979196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571875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65" name="divider-2">
            <a:extLst xmlns:a="http://schemas.openxmlformats.org/drawingml/2006/main">
              <a:ext uri="{FF2B5EF4-FFF2-40B4-BE49-F238E27FC236}">
                <a16:creationId xmlns:a16="http://schemas.microsoft.com/office/drawing/2014/main" id="{23E868D0-39BB-4DD4-A3CB-11AD388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9909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8A7"/>
            </a:solidFill>
          </a:ln>
        </p:spPr>
      </p:sp>
      <p:sp>
        <p:nvSpPr>
          <p:cNvPr id="66" name="check-2-0">
            <a:extLst xmlns:a="http://schemas.openxmlformats.org/drawingml/2006/main">
              <a:ext uri="{FF2B5EF4-FFF2-40B4-BE49-F238E27FC236}">
                <a16:creationId xmlns:a16="http://schemas.microsoft.com/office/drawing/2014/main" id="{285CD562-8CED-4C00-80B5-5E2D22C0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433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7" name="feature-2-0">
            <a:extLst xmlns:a="http://schemas.openxmlformats.org/drawingml/2006/main">
              <a:ext uri="{FF2B5EF4-FFF2-40B4-BE49-F238E27FC236}">
                <a16:creationId xmlns:a16="http://schemas.microsoft.com/office/drawing/2014/main" id="{CE2BE5D3-5316-46F7-A18B-7521497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1433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含記憶對話管理功能</a:t>
            </a:r>
          </a:p>
        </p:txBody>
      </p:sp>
      <p:sp>
        <p:nvSpPr>
          <p:cNvPr id="68" name="check-2-1">
            <a:extLst xmlns:a="http://schemas.openxmlformats.org/drawingml/2006/main">
              <a:ext uri="{FF2B5EF4-FFF2-40B4-BE49-F238E27FC236}">
                <a16:creationId xmlns:a16="http://schemas.microsoft.com/office/drawing/2014/main" id="{82BD82D1-5964-4FAE-A9E5-1BF3504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053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9" name="feature-2-1">
            <a:extLst xmlns:a="http://schemas.openxmlformats.org/drawingml/2006/main">
              <a:ext uri="{FF2B5EF4-FFF2-40B4-BE49-F238E27FC236}">
                <a16:creationId xmlns:a16="http://schemas.microsoft.com/office/drawing/2014/main" id="{4DD82760-BBBB-4535-A618-53972EC1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5053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600 則／月</a:t>
            </a:r>
          </a:p>
        </p:txBody>
      </p:sp>
      <p:sp>
        <p:nvSpPr>
          <p:cNvPr id="70" name="check-2-2">
            <a:extLst xmlns:a="http://schemas.openxmlformats.org/drawingml/2006/main">
              <a:ext uri="{FF2B5EF4-FFF2-40B4-BE49-F238E27FC236}">
                <a16:creationId xmlns:a16="http://schemas.microsoft.com/office/drawing/2014/main" id="{E5771022-3611-4001-A21A-8F331F6B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672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71" name="feature-2-2">
            <a:extLst xmlns:a="http://schemas.openxmlformats.org/drawingml/2006/main">
              <a:ext uri="{FF2B5EF4-FFF2-40B4-BE49-F238E27FC236}">
                <a16:creationId xmlns:a16="http://schemas.microsoft.com/office/drawing/2014/main" id="{2F511940-FC9B-486C-97CC-EB5BD69C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8672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本人聲音＋3D 頭像</a:t>
            </a:r>
          </a:p>
        </p:txBody>
      </p:sp>
      <p:sp>
        <p:nvSpPr>
          <p:cNvPr id="72" name="check-2-3">
            <a:extLst xmlns:a="http://schemas.openxmlformats.org/drawingml/2006/main">
              <a:ext uri="{FF2B5EF4-FFF2-40B4-BE49-F238E27FC236}">
                <a16:creationId xmlns:a16="http://schemas.microsoft.com/office/drawing/2014/main" id="{E99C7DF2-BAA0-48C4-BCF5-7B484F6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2292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73" name="feature-2-3">
            <a:extLst xmlns:a="http://schemas.openxmlformats.org/drawingml/2006/main">
              <a:ext uri="{FF2B5EF4-FFF2-40B4-BE49-F238E27FC236}">
                <a16:creationId xmlns:a16="http://schemas.microsoft.com/office/drawing/2014/main" id="{49E1249B-A40A-422E-AAC4-E6E34662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292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語音互動 60 分／月</a:t>
            </a:r>
          </a:p>
        </p:txBody>
      </p:sp>
      <p:sp>
        <p:nvSpPr>
          <p:cNvPr id="74" name="footer-divider-2">
            <a:extLst xmlns:a="http://schemas.openxmlformats.org/drawingml/2006/main">
              <a:ext uri="{FF2B5EF4-FFF2-40B4-BE49-F238E27FC236}">
                <a16:creationId xmlns:a16="http://schemas.microsoft.com/office/drawing/2014/main" id="{3D6232EA-0FD8-4EFB-98B7-9CBA406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6673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8A7"/>
            </a:solidFill>
          </a:ln>
        </p:spPr>
      </p:sp>
      <p:sp>
        <p:nvSpPr>
          <p:cNvPr id="75" name="setup-label-2">
            <a:extLst xmlns:a="http://schemas.openxmlformats.org/drawingml/2006/main">
              <a:ext uri="{FF2B5EF4-FFF2-40B4-BE49-F238E27FC236}">
                <a16:creationId xmlns:a16="http://schemas.microsoft.com/office/drawing/2014/main" id="{68B4F1CF-2615-4ED3-B883-D43F6FDE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8102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首次建置</a:t>
            </a:r>
          </a:p>
        </p:txBody>
      </p:sp>
      <p:sp>
        <p:nvSpPr>
          <p:cNvPr id="76" name="setup-2">
            <a:extLst xmlns:a="http://schemas.openxmlformats.org/drawingml/2006/main">
              <a:ext uri="{FF2B5EF4-FFF2-40B4-BE49-F238E27FC236}">
                <a16:creationId xmlns:a16="http://schemas.microsoft.com/office/drawing/2014/main" id="{72CF5981-744F-4EF4-90F7-113C52B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7912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NT$1,990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2026-09-15T01:32:48.6200000Z</dcterms:created>
  <dcterms:modified xsi:type="dcterms:W3CDTF">2026-09-15T01:32:48.6200000Z</dcterms:modified>
</coreProperties>
</file>